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2" r:id="rId10"/>
    <p:sldId id="263" r:id="rId11"/>
    <p:sldId id="268" r:id="rId12"/>
    <p:sldId id="269" r:id="rId13"/>
    <p:sldId id="264" r:id="rId14"/>
    <p:sldId id="265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803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743200"/>
            <a:ext cx="6035040" cy="60350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 · 예선 발표자료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195560" y="685800"/>
            <a:ext cx="1051560" cy="10515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sessions/stoic-laughing-goodall/mnt/outputs/deck/icons/mess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34" y="9381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0574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그때그때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사진이 아니라, 사진 뒤에 남긴 우리의 말로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추억을 다시 찾는 소그룹 공유 다이어리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5806440"/>
            <a:ext cx="2926080" cy="0"/>
          </a:xfrm>
          <a:prstGeom prst="line">
            <a:avLst/>
          </a:prstGeom>
          <a:noFill/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 정우영 · 조우진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  AI를 통해 인간다움을 더 잘 드러내는 서비스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214884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0" y="21488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쌓이는데, 그 순간의 이야기는 사라진다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090879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990088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0" y="299008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299008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· 연인 · 친구 — 함께 기억을 쌓는 소그룹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1090879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3831336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383133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383133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남기기부터 AI 추억 찾기까지 — 실제 구현 화면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1090879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4672584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11680" y="467258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방식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467258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 Pro 3 · Embed 2 로 만드는 대화형 검색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90879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551383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011680" y="551383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551383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사라지던 이야기를 그룹의 자산으로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쌓이는데,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순간의 이야기는 사라집니다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56432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306324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3199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9476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장의 사진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22452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클라우드에 잘 저장돼 있어도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맥락과 감정은 함께 남지 않는다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2743200"/>
            <a:ext cx="3456432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690872" y="306324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sessions/stoic-laughing-goodall/mnt/outputs/deck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935" y="3199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379476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검색의 한계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90872" y="422452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파일명·날짜만 훑을 뿐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‘그때 그 이야기’는 찾을 수 없다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2743200"/>
            <a:ext cx="3456432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421624" y="306324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sessions/stoic-laughing-goodall/mnt/outputs/dec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7687" y="31993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379476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흩어지는 기억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21624" y="422452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소그룹의 추억을 한 사람만 기억하다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잊혀진다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“그때 우리 진짜 웃겼던 그날”을 다시 꺼내려면, 폴더를 끝없이 뒤져야 합니다.</a:t>
            </a:r>
            <a:endParaRPr lang="en-US" sz="1400" i="1" dirty="0"/>
          </a:p>
        </p:txBody>
      </p:sp>
      <p:sp>
        <p:nvSpPr>
          <p:cNvPr id="20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· 연인 · 친구 — 함께 기억을 쌓는 소그룹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6432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56816" y="26974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326" y="28949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033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부모님 세대와 자녀 세대가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쓰는 다이어리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2286000"/>
            <a:ext cx="3456432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687568" y="26974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sessions/stoic-laughing-goodall/mnt/outputs/deck/icons/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078" y="28949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0832" y="37033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연인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45152" y="41605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함께 쌓아가는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우리만의 기록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2286000"/>
            <a:ext cx="3456432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418320" y="26974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sessions/stoic-laughing-goodall/mnt/outputs/dec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5830" y="28949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01584" y="37033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75904" y="41605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· 모임의 사진과 뒷이야기를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남기는 모임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303520"/>
            <a:ext cx="10908792" cy="685800"/>
          </a:xfrm>
          <a:prstGeom prst="roundRect">
            <a:avLst>
              <a:gd name="adj" fmla="val 18667"/>
            </a:avLst>
          </a:prstGeom>
          <a:solidFill>
            <a:srgbClr val="EBF3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</a:t>
            </a:r>
            <a:r>
              <a:rPr lang="en-US" sz="15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‘한 사람의 앨범’</a:t>
            </a: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</a:t>
            </a:r>
            <a:r>
              <a:rPr lang="en-US" sz="15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‘그룹의 다이어리’</a:t>
            </a: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점입니다.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가지 기능으로 완성되는 공유 다이어리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5643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ed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5420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남기기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+ 메모 + 장소 + 함께한 사람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EXIF로 촬영일 자동 채움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0832" y="2148840"/>
            <a:ext cx="345643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645152" y="2423160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sessions/stoic-laughing-goodall/mnt/outputs/deck/icons/gr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5420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30175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피드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45152" y="33375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그룹원이 남긴 기억을 피드로 보고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· 댓글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2148840"/>
            <a:ext cx="345643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375904" y="2423160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sessions/stoic-laughing-goodall/mnt/outputs/deck/icons/messag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5420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0175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추억 찾기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75904" y="33375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물으면 그룹 기록 안에서만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기억을 찾아 보여줌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096512"/>
            <a:ext cx="345643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14400" y="43708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/sessions/stoic-laughing-goodall/mnt/outputs/deck/icons/s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48970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96519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채팅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14400" y="52852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멤버끼리 대화하고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피드의 기억을 바로 공유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70832" y="4096512"/>
            <a:ext cx="345643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645152" y="43708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/sessions/stoic-laughing-goodall/mnt/outputs/deck/icons/us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48970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45152" y="496519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45152" y="52852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관리, 내가 남긴 기억과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좋아요한 기억 모아보기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1584" y="4096512"/>
            <a:ext cx="345643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8375904" y="43708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5" descr="/sessions/stoic-laughing-goodall/mnt/outputs/deck/icons/userplu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776" y="448970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75904" y="496519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관리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375904" y="52852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생성, 대표 사진 변경,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코드로 멤버 추가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검색창이 아니라,</a:t>
            </a:r>
            <a:endParaRPr lang="en-US" sz="2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기억을 꺼냅니다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sessions/stoic-laughing-goodall/mnt/outputs/deck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263749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우선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8072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단서가 하나라도 있으면 바로 검색,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부족할 때만 한 번 되묻기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68503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/sessions/stoic-laughing-goodall/mnt/outputs/dec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80792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근거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안에서만 답변 —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환각(지어내기) 없음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855464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/sessions/stoic-laughing-goodall/mnt/outputs/deck/icons/ed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978359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828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그대로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5148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“강릉”, “첫눈” 같은 사용자의 말을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살려 검색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120640" y="2103120"/>
            <a:ext cx="640080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7178040" y="2395728"/>
            <a:ext cx="4023360" cy="676656"/>
          </a:xfrm>
          <a:prstGeom prst="roundRect">
            <a:avLst>
              <a:gd name="adj" fmla="val 1621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7379208" y="2395728"/>
            <a:ext cx="3621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그때 밤에 </a:t>
            </a:r>
            <a:r>
              <a:rPr lang="en-US" sz="12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치킨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먹은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 사진 있어?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40680" y="3273552"/>
            <a:ext cx="5120640" cy="676656"/>
          </a:xfrm>
          <a:prstGeom prst="roundRect">
            <a:avLst>
              <a:gd name="adj" fmla="val 16216"/>
            </a:avLst>
          </a:prstGeom>
          <a:solidFill>
            <a:srgbClr val="EBF3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5641848" y="3273552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언제쯤이었는지 기억나세요? 어떤 여행이나 모임이었어요?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178040" y="4151376"/>
            <a:ext cx="4023360" cy="676656"/>
          </a:xfrm>
          <a:prstGeom prst="roundRect">
            <a:avLst>
              <a:gd name="adj" fmla="val 1621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7379208" y="4151376"/>
            <a:ext cx="3621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겨울, 종강하고 강릉 갔을 때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40680" y="5029200"/>
            <a:ext cx="5120640" cy="969264"/>
          </a:xfrm>
          <a:prstGeom prst="roundRect">
            <a:avLst>
              <a:gd name="adj" fmla="val 11321"/>
            </a:avLst>
          </a:prstGeom>
          <a:solidFill>
            <a:srgbClr val="EBF3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5641848" y="5029200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찾았어요! 2025년 12월 강릉이네요.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“시험 끝나고 치킨 먹다 </a:t>
            </a:r>
            <a:r>
              <a:rPr lang="en-US" sz="12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얘기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날” </a:t>
            </a:r>
            <a:r>
              <a:rPr lang="en-US" sz="12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</a:t>
            </a: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메모돼 있어요.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40680" y="6199632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6" name="Image 3" descr="/sessions/stoic-laughing-goodall/mnt/outputs/deck/icons/camera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634136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43600" y="6199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카드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3B82F6"/>
                </a:solidFill>
                <a:latin typeface="Malgun Gothic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11827"/>
                </a:solidFill>
                <a:latin typeface="Malgun Gothic"/>
              </a:rPr>
              <a:t>실제 구현 화면 — 다섯 단계로 이어지는 사용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8A93A5"/>
                </a:solidFill>
                <a:latin typeface="Malgun Gothic"/>
              </a:rPr>
              <a:t>AI BUILDER SPRINT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3A5"/>
                </a:solidFill>
                <a:latin typeface="Malgun Gothic"/>
              </a:rPr>
              <a:t>07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574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22402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240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1" y="2240280"/>
            <a:ext cx="1399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그룹 만들기</a:t>
            </a:r>
          </a:p>
        </p:txBody>
      </p:sp>
      <p:pic>
        <p:nvPicPr>
          <p:cNvPr id="10" name="Picture 9" descr="grouplist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39" y="2670048"/>
            <a:ext cx="1592081" cy="315468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86384" y="5870448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그룹방을 만들거나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초대 코드로 참여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103120"/>
            <a:ext cx="20574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99232" y="22402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240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1399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그룹 피드</a:t>
            </a:r>
          </a:p>
        </p:txBody>
      </p:sp>
      <p:pic>
        <p:nvPicPr>
          <p:cNvPr id="16" name="Picture 15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587" y="2670048"/>
            <a:ext cx="1592081" cy="315468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2999232" y="5870448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그룹원이 남긴 기억을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좋아요 · 댓글과 함께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103120"/>
            <a:ext cx="20574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12080" y="22402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2240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240280"/>
            <a:ext cx="1399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기억 남기기</a:t>
            </a:r>
          </a:p>
        </p:txBody>
      </p:sp>
      <p:pic>
        <p:nvPicPr>
          <p:cNvPr id="22" name="Picture 21" descr="cr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435" y="2670048"/>
            <a:ext cx="1592081" cy="315468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212080" y="5870448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사진 · 날짜 · 이야기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함께한 사람까지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624" y="2103120"/>
            <a:ext cx="20574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24927" y="22402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4927" y="2240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5" y="2240280"/>
            <a:ext cx="1399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기억 상세</a:t>
            </a:r>
          </a:p>
        </p:txBody>
      </p:sp>
      <p:pic>
        <p:nvPicPr>
          <p:cNvPr id="28" name="Picture 27" descr="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283" y="2670048"/>
            <a:ext cx="1592081" cy="315468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7424927" y="5870448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댓글로 이어지는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그날의 뒷이야기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2103120"/>
            <a:ext cx="20574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37776" y="22402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37776" y="2240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2240280"/>
            <a:ext cx="1399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AI 추억 찾기</a:t>
            </a:r>
          </a:p>
        </p:txBody>
      </p:sp>
      <p:pic>
        <p:nvPicPr>
          <p:cNvPr id="34" name="Picture 33" descr="ai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131" y="2670048"/>
            <a:ext cx="1592081" cy="315468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9637776" y="5870448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대화로 물으면 그룹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93A5"/>
                </a:solidFill>
                <a:latin typeface="Malgun Gothic"/>
              </a:rPr>
              <a:t>기록 안에서만 검색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3B82F6"/>
                </a:solidFill>
                <a:latin typeface="Malgun Gothic"/>
              </a:rPr>
              <a:t>IMPLEMENTATION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11827"/>
                </a:solidFill>
                <a:latin typeface="Malgun Gothic"/>
              </a:rPr>
              <a:t>질문 한 번으로 기억 카드까지 — AI 추억 찾기 실제 동작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8A93A5"/>
                </a:solidFill>
                <a:latin typeface="Malgun Gothic"/>
              </a:rPr>
              <a:t>AI BUILDER SPRINT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00">
                <a:solidFill>
                  <a:srgbClr val="8A93A5"/>
                </a:solidFill>
                <a:latin typeface="Malgun Gothic"/>
              </a:rPr>
              <a:t>08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103120"/>
            <a:ext cx="2083635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ai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1845891" cy="365760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04088" y="6053328"/>
            <a:ext cx="20836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</a:rPr>
              <a:t>AI 추억 찾기 — 답변 + 기억 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2103120"/>
            <a:ext cx="2083635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group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194560"/>
            <a:ext cx="1845891" cy="3657600"/>
          </a:xfrm>
          <a:prstGeom prst="rect">
            <a:avLst/>
          </a:prstGeom>
          <a:ln w="9525">
            <a:solidFill>
              <a:srgbClr val="E3EAF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44368" y="6053328"/>
            <a:ext cx="20836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</a:rPr>
              <a:t>그룹 채팅 — 찾은 기억 바로 공유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194560"/>
            <a:ext cx="5742432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62472" y="2450591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62472" y="245059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377440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질문하면 조건부터 맞춥니다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706624"/>
            <a:ext cx="4645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algun Gothic"/>
              </a:rPr>
              <a:t>피드 어디서든 AI 버튼으로 진입합니다. 단서가 있으면 바로 검색하고,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algun Gothic"/>
              </a:rPr>
              <a:t>너무 막연할 때만 한 번 되물어 조건을 좁힙니다.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493008"/>
            <a:ext cx="5742432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62472" y="3749039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374903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75887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검색 근거는 사람이 남긴 문장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005072"/>
            <a:ext cx="4645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algun Gothic"/>
              </a:rPr>
              <a:t>메모·장소·날짜로 만든 search_text를 임베딩해, match_memories RPC로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algun Gothic"/>
              </a:rPr>
              <a:t>우리 그룹 안에서만 조회합니다. 사진 픽셀은 분석하지 않습니다.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4791456"/>
            <a:ext cx="5742432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62472" y="5047488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62472" y="5047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4974336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답변 아래에 실제 기억 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5303520"/>
            <a:ext cx="4645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algun Gothic"/>
              </a:rPr>
              <a:t>결과에 없는 기억은 지어내지 않습니다. 카드를 누르면 기억 상세로 가고,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algun Gothic"/>
              </a:rPr>
              <a:t>그대로 그룹 채팅방에 공유할 수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6053328"/>
            <a:ext cx="57424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3A5"/>
                </a:solidFill>
                <a:latin typeface="Malgun Gothic"/>
              </a:rPr>
              <a:t>앱은 anon 키 + RLS로만 접근하고, Upstage 키는 Edge Function에만 둡니다.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Solar Pro 3 · Embed 2 로 만든 대화형 검색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68196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59" y="2924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Kotlin · Jetpack Compose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63240" y="3703320"/>
            <a:ext cx="3840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447288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375404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sessions/stoic-laughing-goodall/mnt/outputs/deck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467" y="29249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0168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Postgres+pgvector · Storage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 key + RLS로 보호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70448" y="3703320"/>
            <a:ext cx="3840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254496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182612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sessions/stoic-laughing-goodall/mnt/outputs/deck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675" y="29249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37376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· embed-memory (Deno/TS)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키는 여기에만 보관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677656" y="3703320"/>
            <a:ext cx="3840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9061704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9989820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/sessions/stoic-laughing-goodall/mnt/outputs/deck/icons/mess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5883" y="292498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26296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44584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 Pro 3 (대화 + function calling)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 2 (의미 검색)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검색만 Edge Function을 거칩니다. 일반 CRUD는 앱이 Supabase SDK로 직접 처리하고, RLS가 유일한 보안 경계입니다.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사진의 픽셀이 아니라,
</a:t>
            </a:r>
            <a:r>
              <a:rPr lang="en-US" sz="38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남긴 문장</a:t>
            </a:r>
            <a:r>
              <a:rPr lang="en-US" sz="3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분석합니다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34564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32688" y="4087368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sessions/stoic-laughing-goodall/mnt/outputs/deck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94" y="4205874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4709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캡셔닝 미사용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2688" y="521208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한계가 아니라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선택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3794760"/>
            <a:ext cx="34564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63440" y="4087368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sessions/stoic-laughing-goodall/mnt/outputs/deck/icons/edi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946" y="4205874"/>
            <a:ext cx="256764" cy="2567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709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search_text = 메모+장소+날짜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521208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검색의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근거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1584" y="3794760"/>
            <a:ext cx="34564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394192" y="4087368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sessions/stoic-laughing-goodall/mnt/outputs/deck/icons/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698" y="4205874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09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없는 답변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94192" y="521208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밖의 기억은 지어내지 않음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(evals로 검증)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AI-DRIVEN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제품뿐 아니라, 개발 과정 전반에 AI를 통합했습니다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trending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4" y="24176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지침 체계화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800600" y="214884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한 곳에 아키텍처·보안(RLS)·금지 규칙을 명문화, 서브에이전트로 리뷰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136392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914400" y="327355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sessions/stoic-laughing-goodall/mnt/outputs/deck/icons/mess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34052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13639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버전 관리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3136392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프롬프트를 v1→v2로 개선(되묻기→검색 우선), prompts/에 이력 보존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23944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14400" y="4261104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sessions/stoic-laughing-goodall/mnt/outputs/deck/icons/edi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4" y="439277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23944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검증 (evals)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800600" y="4123944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“결과에 없는 기억을 지어내지 않는가”를 evals 케이스로 반복 검증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11496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914400" y="5248656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sessions/stoic-laughing-goodall/mnt/outputs/deck/icons/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4" y="538033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11149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기록 · 증빙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4800600" y="5111496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AI_USAGE.md에 모델·프롬프트·검증 산출물 기록 — 제출물의 ‘AI 활용 증빙’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동작합니다 — 핵심 흐름을 end-to-end로 구현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68196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smartpho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59" y="2924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동작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생성 → 기억 남기기 → AI 대화 검색까지 구동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63240" y="3703320"/>
            <a:ext cx="3840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447288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375404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sessions/stoic-laughing-goodall/mnt/outputs/deck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467" y="29249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흐름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0168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피드 → 기억 작성 → 대화 검색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촬영 → 기억 작성으로 바로 연결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70448" y="3703320"/>
            <a:ext cx="3840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254496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182612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sessions/stoic-laughing-goodall/mnt/outputs/deck/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675" y="29249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처리 · 안정성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37376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실패 시 키워드 검색으로 폴백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임계값으로 무관한 결과 차단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677656" y="3703320"/>
            <a:ext cx="38404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9061704" y="251460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9989820" y="27889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/sessions/stoic-laughing-goodall/mnt/outputs/deck/icons/mess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5883" y="292498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26296" y="353872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데이터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44584" y="3959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 키 + RLS가 유일한 보안 경계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private + signed URL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메모가 바뀌면 임베딩을 자동 재갱신하고, ViewModel마다 단위 테스트를 둡니다. RLS 테넌트 격리는 SQL 스크립트로 검증합니다.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구성으로 빠르게 검증합니다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56432" cy="3794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26005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60120" y="3246120"/>
            <a:ext cx="281635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28163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Kotlin · Jetpack Compose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MVVM + Repository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Hilt DI · Coroutines/Flow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Coil3 · Navigation Compose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2148840"/>
            <a:ext cx="3456432" cy="3794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90872" y="24688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sessions/stoic-laughing-goodall/mnt/outputs/deck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546" y="26005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4690872" y="3246120"/>
            <a:ext cx="281635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4690872" y="3474720"/>
            <a:ext cx="28163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(Auth · Postgres+pgvector)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(private + signed URL)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 단 2개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· embed-memory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2148840"/>
            <a:ext cx="3456432" cy="3794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421624" y="24688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sessions/stoic-laughing-goodall/mnt/outputs/deck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298" y="260055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07424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8421624" y="3246120"/>
            <a:ext cx="2816352" cy="0"/>
          </a:xfrm>
          <a:prstGeom prst="line">
            <a:avLst/>
          </a:prstGeom>
          <a:noFill/>
          <a:ln w="9525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8421624" y="3474720"/>
            <a:ext cx="28163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Solar Pro 3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+ function calling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Embed 2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기반 검색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사라지던 이야기가, 그룹의 자산이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tren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24176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축적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800600" y="214884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뒤 이야기가 소실되지 않고 소그룹의 공동 자산으로 쌓인다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136392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914400" y="327355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sessions/stoic-laughing-goodall/mnt/outputs/deck/icons/mess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4" y="34052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13639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인간적인 회상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3136392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검색창이 아니라 대화로 추억을 다시 꺼낸다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23944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14400" y="4261104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sessions/stoic-laughing-goodall/mnt/outputs/deck/icons/ed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4" y="439277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23944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기록 문화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800600" y="4123944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없는 기억엔 되물어 기록을 자연스럽게 유도한다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11496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914400" y="5248656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sessions/stoic-laughing-goodall/mnt/outputs/deck/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074" y="538033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11149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답변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4800600" y="5111496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없는 기억은 만들어내지 않는다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그때그때를 만든 사람들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0352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7280" y="283464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sessions/stoic-laughing-goodall/mnt/outputs/deck/icons/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30540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정우영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26564" y="34290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BF3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217420" y="34290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/ </a:t>
            </a:r>
            <a:r>
              <a:rPr lang="ko-KR" altLang="en-US" sz="11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45352" y="2377440"/>
            <a:ext cx="530352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3EA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702552" y="283464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/sessions/stoic-laughing-goodall/mnt/outputs/deck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0540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45552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조우진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7845552" y="337639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BF3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7845552" y="33748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/ 기획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743200"/>
            <a:ext cx="6035040" cy="60350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BUILDER SPRINT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195560" y="685800"/>
            <a:ext cx="1051560" cy="10515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sessions/stoic-laughing-goodall/mnt/outputs/deck/icons/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34" y="9381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그때그때 — 사진이 아니라, 사진 뒤에 남긴 우리의 말로 추억을 다시 찾습니다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806440"/>
            <a:ext cx="2926080" cy="0"/>
          </a:xfrm>
          <a:prstGeom prst="line">
            <a:avLst/>
          </a:prstGeom>
          <a:noFill/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github.com/jeongwy04/AI-Builder-Sprint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정우영 · 조우진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1126</Words>
  <Application>Microsoft Office PowerPoint</Application>
  <PresentationFormat>와이드스크린</PresentationFormat>
  <Paragraphs>252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Malgun Gothic</vt:lpstr>
      <vt:lpstr>Arial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우진 조</cp:lastModifiedBy>
  <cp:revision>3</cp:revision>
  <dcterms:created xsi:type="dcterms:W3CDTF">2026-07-31T13:39:09Z</dcterms:created>
  <dcterms:modified xsi:type="dcterms:W3CDTF">2026-08-02T03:35:31Z</dcterms:modified>
</cp:coreProperties>
</file>